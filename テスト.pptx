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1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Noto Sans JP" panose="020B0500000000000000" pitchFamily="34" charset="-128"/>
      <p:regular r:id="rId8"/>
      <p:bold r:id="rId9"/>
    </p:embeddedFon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94674"/>
  </p:normalViewPr>
  <p:slideViewPr>
    <p:cSldViewPr snapToGrid="0">
      <p:cViewPr varScale="1">
        <p:scale>
          <a:sx n="165" d="100"/>
          <a:sy n="165" d="100"/>
        </p:scale>
        <p:origin x="376" y="18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c51abcc55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c51abcc55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+本文">
  <p:cSld name="TITLE_1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 flipH="1">
            <a:off x="367800" y="223200"/>
            <a:ext cx="8776200" cy="4920300"/>
          </a:xfrm>
          <a:prstGeom prst="round1Rect">
            <a:avLst>
              <a:gd name="adj" fmla="val 564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8;p3"/>
          <p:cNvSpPr txBox="1"/>
          <p:nvPr/>
        </p:nvSpPr>
        <p:spPr>
          <a:xfrm rot="5400000">
            <a:off x="-1354950" y="3288300"/>
            <a:ext cx="2986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>
                <a:solidFill>
                  <a:srgbClr val="888888"/>
                </a:solidFill>
                <a:latin typeface="Noto Sans JP"/>
                <a:ea typeface="Noto Sans JP"/>
                <a:cs typeface="Noto Sans JP"/>
                <a:sym typeface="Noto Sans JP"/>
              </a:rPr>
              <a:t>Copyright © 2022 Archaic Inc. All rights reserved.</a:t>
            </a:r>
            <a:endParaRPr sz="600">
              <a:solidFill>
                <a:schemeClr val="dk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5100" y="33981"/>
            <a:ext cx="557475" cy="15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-106675" y="405875"/>
            <a:ext cx="706200" cy="197400"/>
          </a:xfrm>
          <a:prstGeom prst="roundRect">
            <a:avLst>
              <a:gd name="adj" fmla="val 50000"/>
            </a:avLst>
          </a:prstGeom>
          <a:solidFill>
            <a:srgbClr val="F7CA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99525" y="861225"/>
            <a:ext cx="8324700" cy="4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●"/>
              <a:defRPr sz="1400">
                <a:solidFill>
                  <a:schemeClr val="bg2">
                    <a:lumMod val="25000"/>
                  </a:schemeClr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○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■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●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○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■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●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○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JP"/>
              <a:buChar char="■"/>
              <a:defRPr sz="1400">
                <a:solidFill>
                  <a:srgbClr val="595959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99525" y="273758"/>
            <a:ext cx="83247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Noto Sans JP"/>
              <a:buNone/>
              <a:defRPr sz="1800" b="1"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" name="Google Shape;7;p1"/>
          <p:cNvSpPr txBox="1"/>
          <p:nvPr userDrawn="1"/>
        </p:nvSpPr>
        <p:spPr>
          <a:xfrm rot="5400000">
            <a:off x="-1354950" y="3288300"/>
            <a:ext cx="2986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 dirty="0">
                <a:solidFill>
                  <a:srgbClr val="888888"/>
                </a:solidFill>
                <a:latin typeface="Noto Sans JP"/>
                <a:ea typeface="Noto Sans JP"/>
                <a:cs typeface="Noto Sans JP"/>
                <a:sym typeface="Noto Sans JP"/>
              </a:rPr>
              <a:t>Copyright © 2022 Archaic Inc. All rights reserved.</a:t>
            </a:r>
            <a:endParaRPr sz="600" dirty="0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599525" y="336875"/>
            <a:ext cx="83247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テスト</a:t>
            </a:r>
            <a:endParaRPr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C2E15F-A4FE-276B-D1A8-FFEA2B059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525" y="861225"/>
            <a:ext cx="8324700" cy="4058700"/>
          </a:xfrm>
        </p:spPr>
        <p:txBody>
          <a:bodyPr/>
          <a:lstStyle/>
          <a:p>
            <a:r>
              <a:rPr lang="ja-JP" altLang="en-US"/>
              <a:t>テスト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テスト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共通CP">
  <a:themeElements>
    <a:clrScheme name="Archaic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F7C915"/>
      </a:accent1>
      <a:accent2>
        <a:srgbClr val="001F4F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Noto Sans JP Theme">
      <a:majorFont>
        <a:latin typeface="Noto Sans JP"/>
        <a:ea typeface="Noto Sans JP"/>
        <a:cs typeface="Noto Sans JP"/>
      </a:majorFont>
      <a:minorFont>
        <a:latin typeface="Noto Sans JP"/>
        <a:ea typeface="Noto Sans JP"/>
        <a:cs typeface="Noto Sans J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</Words>
  <Application>Microsoft Macintosh PowerPoint</Application>
  <PresentationFormat>画面に合わせる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Lato</vt:lpstr>
      <vt:lpstr>Arial</vt:lpstr>
      <vt:lpstr>Roboto</vt:lpstr>
      <vt:lpstr>Noto Sans JP</vt:lpstr>
      <vt:lpstr>共通CP</vt:lpstr>
      <vt:lpstr>テスト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Microsoft Office User</cp:lastModifiedBy>
  <cp:revision>12</cp:revision>
  <cp:lastPrinted>2025-03-21T06:04:59Z</cp:lastPrinted>
  <dcterms:modified xsi:type="dcterms:W3CDTF">2025-03-21T06:05:16Z</dcterms:modified>
</cp:coreProperties>
</file>